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분기 실적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2026년 3분기 · 영업팀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매출 20% 성장</a:t>
            </a:r>
          </a:p>
          <a:p>
            <a:r>
              <a:t>신규 고객 120곳</a:t>
            </a:r>
          </a:p>
          <a:p>
            <a:r>
              <a:t>해지율 3% 감소</a:t>
            </a:r>
          </a:p>
          <a:p>
            <a:r>
              <a:t>English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